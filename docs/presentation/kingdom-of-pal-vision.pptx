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158174c1b44b9a" /><Relationship Type="http://schemas.openxmlformats.org/officeDocument/2006/relationships/extended-properties" Target="/docProps/app.xml" Id="R9370fc3311b149e4" /><Relationship Type="http://schemas.openxmlformats.org/officeDocument/2006/relationships/officeDocument" Target="/ppt/presentation.xml" Id="R82ca8008bc6e40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71e065d0db4b4a"/>
  </p:sldMasterIdLst>
  <p:notesMasterIdLst>
    <p:notesMasterId xmlns:r="http://schemas.openxmlformats.org/officeDocument/2006/relationships" r:id="Ra1cf095f81d84cef"/>
  </p:notesMasterIdLst>
  <p:sldIdLst>
    <p:sldId xmlns:r="http://schemas.openxmlformats.org/officeDocument/2006/relationships" id="256" r:id="Rf5dde82000324538"/>
    <p:sldId xmlns:r="http://schemas.openxmlformats.org/officeDocument/2006/relationships" id="257" r:id="Recd83662ae744b6c"/>
    <p:sldId xmlns:r="http://schemas.openxmlformats.org/officeDocument/2006/relationships" id="258" r:id="Re465ba6a65c240fc"/>
    <p:sldId xmlns:r="http://schemas.openxmlformats.org/officeDocument/2006/relationships" id="259" r:id="R53b67952c7bc434a"/>
    <p:sldId xmlns:r="http://schemas.openxmlformats.org/officeDocument/2006/relationships" id="260" r:id="R166193849c7347a4"/>
    <p:sldId xmlns:r="http://schemas.openxmlformats.org/officeDocument/2006/relationships" id="261" r:id="R4a92a33c2d3f4db7"/>
    <p:sldId xmlns:r="http://schemas.openxmlformats.org/officeDocument/2006/relationships" id="262" r:id="Rec2ee25aa7c64083"/>
    <p:sldId xmlns:r="http://schemas.openxmlformats.org/officeDocument/2006/relationships" id="263" r:id="R00d5974a85704372"/>
    <p:sldId xmlns:r="http://schemas.openxmlformats.org/officeDocument/2006/relationships" id="264" r:id="R77832a8289ad4b4f"/>
    <p:sldId xmlns:r="http://schemas.openxmlformats.org/officeDocument/2006/relationships" id="265" r:id="Rfd3ae36595a54b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acc24dca294391" /><Relationship Type="http://schemas.openxmlformats.org/officeDocument/2006/relationships/slideMaster" Target="/ppt/slideMasters/slideMaster1.xml" Id="R2671e065d0db4b4a" /><Relationship Type="http://schemas.openxmlformats.org/officeDocument/2006/relationships/notesMaster" Target="/ppt/notesMasters/notesMaster1.xml" Id="Ra1cf095f81d84cef" /><Relationship Type="http://schemas.openxmlformats.org/officeDocument/2006/relationships/presProps" Target="/ppt/presProps.xml" Id="R8d54ac8e44214693" /><Relationship Type="http://schemas.openxmlformats.org/officeDocument/2006/relationships/tableStyles" Target="/ppt/tableStyles.xml" Id="Rc1cc1d965092413a" /><Relationship Type="http://schemas.openxmlformats.org/officeDocument/2006/relationships/slide" Target="/ppt/slides/slide1.xml" Id="Rf5dde82000324538" /><Relationship Type="http://schemas.openxmlformats.org/officeDocument/2006/relationships/slide" Target="/ppt/slides/slide2.xml" Id="Recd83662ae744b6c" /><Relationship Type="http://schemas.openxmlformats.org/officeDocument/2006/relationships/slide" Target="/ppt/slides/slide3.xml" Id="Re465ba6a65c240fc" /><Relationship Type="http://schemas.openxmlformats.org/officeDocument/2006/relationships/slide" Target="/ppt/slides/slide4.xml" Id="R53b67952c7bc434a" /><Relationship Type="http://schemas.openxmlformats.org/officeDocument/2006/relationships/slide" Target="/ppt/slides/slide5.xml" Id="R166193849c7347a4" /><Relationship Type="http://schemas.openxmlformats.org/officeDocument/2006/relationships/slide" Target="/ppt/slides/slide6.xml" Id="R4a92a33c2d3f4db7" /><Relationship Type="http://schemas.openxmlformats.org/officeDocument/2006/relationships/slide" Target="/ppt/slides/slide7.xml" Id="Rec2ee25aa7c64083" /><Relationship Type="http://schemas.openxmlformats.org/officeDocument/2006/relationships/slide" Target="/ppt/slides/slide8.xml" Id="R00d5974a85704372" /><Relationship Type="http://schemas.openxmlformats.org/officeDocument/2006/relationships/slide" Target="/ppt/slides/slide9.xml" Id="R77832a8289ad4b4f" /><Relationship Type="http://schemas.openxmlformats.org/officeDocument/2006/relationships/slide" Target="/ppt/slides/slide10.xml" Id="Rfd3ae36595a54b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0605d9627b45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304eec5d85480e" /><Relationship Type="http://schemas.openxmlformats.org/officeDocument/2006/relationships/notesMaster" Target="/ppt/notesMasters/notesMaster1.xml" Id="Rb706ac9f673e41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83590d37b24eb8" /><Relationship Type="http://schemas.openxmlformats.org/officeDocument/2006/relationships/notesMaster" Target="/ppt/notesMasters/notesMaster1.xml" Id="Ra313d0a9188647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7291641a914d23" /><Relationship Type="http://schemas.openxmlformats.org/officeDocument/2006/relationships/notesMaster" Target="/ppt/notesMasters/notesMaster1.xml" Id="R7e241ffe4fe641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a3c362215b4ae3" /><Relationship Type="http://schemas.openxmlformats.org/officeDocument/2006/relationships/notesMaster" Target="/ppt/notesMasters/notesMaster1.xml" Id="R082866d2201644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c4c7a20580426a" /><Relationship Type="http://schemas.openxmlformats.org/officeDocument/2006/relationships/notesMaster" Target="/ppt/notesMasters/notesMaster1.xml" Id="R397947ae1d0f41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95889818c84d2a" /><Relationship Type="http://schemas.openxmlformats.org/officeDocument/2006/relationships/notesMaster" Target="/ppt/notesMasters/notesMaster1.xml" Id="R29d1d789432e43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61e3ce3d5d4125" /><Relationship Type="http://schemas.openxmlformats.org/officeDocument/2006/relationships/notesMaster" Target="/ppt/notesMasters/notesMaster1.xml" Id="R7360601ad2e249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c703ad56ca479b" /><Relationship Type="http://schemas.openxmlformats.org/officeDocument/2006/relationships/notesMaster" Target="/ppt/notesMasters/notesMaster1.xml" Id="R77371132a58142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cef7902ba944b1" /><Relationship Type="http://schemas.openxmlformats.org/officeDocument/2006/relationships/notesMaster" Target="/ppt/notesMasters/notesMaster1.xml" Id="R7b4b5a1a743e42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3e470aa39b478a" /><Relationship Type="http://schemas.openxmlformats.org/officeDocument/2006/relationships/notesMaster" Target="/ppt/notesMasters/notesMaster1.xml" Id="R0456d7bfa1d14c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acc165b0d48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6185e591f4478b" /><Relationship Type="http://schemas.openxmlformats.org/officeDocument/2006/relationships/slideLayout" Target="/ppt/slideLayouts/slideLayout1.xml" Id="Rf852b7c3652744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52b7c3652744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0e9c01baa4472" /><Relationship Type="http://schemas.openxmlformats.org/officeDocument/2006/relationships/notesSlide" Target="/ppt/notesSlides/notesSlide1.xml" Id="R7d9ece90e6e84f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aabee6e9e48e7" /><Relationship Type="http://schemas.openxmlformats.org/officeDocument/2006/relationships/notesSlide" Target="/ppt/notesSlides/notesSlide2.xml" Id="R8a08158af93a46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44d91ebdc49ba" /><Relationship Type="http://schemas.openxmlformats.org/officeDocument/2006/relationships/notesSlide" Target="/ppt/notesSlides/notesSlide3.xml" Id="Rc1d4582f4f4049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e25dc56f24b9f" /><Relationship Type="http://schemas.openxmlformats.org/officeDocument/2006/relationships/notesSlide" Target="/ppt/notesSlides/notesSlide4.xml" Id="R64f68c4b71874e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cd9b5b1514192" /><Relationship Type="http://schemas.openxmlformats.org/officeDocument/2006/relationships/notesSlide" Target="/ppt/notesSlides/notesSlide5.xml" Id="Re044e012212440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12e50e1564242" /><Relationship Type="http://schemas.openxmlformats.org/officeDocument/2006/relationships/notesSlide" Target="/ppt/notesSlides/notesSlide6.xml" Id="Rdabb755f558647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a3b32d5ed45b7" /><Relationship Type="http://schemas.openxmlformats.org/officeDocument/2006/relationships/notesSlide" Target="/ppt/notesSlides/notesSlide7.xml" Id="R700c6113c1614b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1d84465c34873" /><Relationship Type="http://schemas.openxmlformats.org/officeDocument/2006/relationships/notesSlide" Target="/ppt/notesSlides/notesSlide8.xml" Id="Rb18fee1835d940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04427e89f4fcc" /><Relationship Type="http://schemas.openxmlformats.org/officeDocument/2006/relationships/notesSlide" Target="/ppt/notesSlides/notesSlide9.xml" Id="Reeb6055996204a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05bd41fd448e0" /><Relationship Type="http://schemas.openxmlformats.org/officeDocument/2006/relationships/notesSlide" Target="/ppt/notesSlides/notesSlide10.xml" Id="R7a1c9e81090b41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222D7E-3A35-4DB7-91B4-95F29456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KINGDOM OF 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13C02-50DA-413C-A2C2-149788AE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79057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Build the team your community needs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133F6-E3EC-44E0-9ABD-0850C2D2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7143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before you can afford to hire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6EC9C-BA8A-472F-8AAC-FF0A26AC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621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991C1-4E2F-4A0E-94D4-106B72E2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907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AA50C-6210-41C2-9558-3DF0AD5B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1047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3CEB2-2647-4BE9-902C-01273DE1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7524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 modular multi-agent operating system for community-driven founders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63BCC-1275-4199-9697-0DC7E1FC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1123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VISION</a:t>
            </a:r>
          </a:p>
        </p:txBody>
      </p:sp>
    </p:spTree>
    <p:extLst>
      <p:ext uri="{BB962C8B-B14F-4D97-AF65-F5344CB8AC3E}">
        <p14:creationId xmlns:p14="http://schemas.microsoft.com/office/powerpoint/2010/main" val="235437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8A49AA-5261-4C67-BB88-18972DCD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The founder becomes the operating system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578727C-9FA5-4AB3-87D3-85C082AE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E76F0C-E00A-46DC-AEB9-A3827E17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E4749-7333-4884-A9A0-32919874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90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One person is expected to run every function: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D8767-D174-46EB-A88C-0E3545DA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2476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Community
Content
Social
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79DF7-D519-4077-9211-42623964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28850"/>
            <a:ext cx="2476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Infrastructure
Security
Sales
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665C3-962A-4611-9B6A-0969C94E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FB6C8-48AA-4B6E-BC4C-06384D00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The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29E77-4CEF-415B-A659-78AC7ABE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3810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Fragmented context
Missed tasks
Inconsistent execution
Every decision routes back to the founder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459C5-44E9-45C2-9DB2-FEB0C495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572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Growth increases demand faster than founder capacity.</a:t>
            </a:r>
          </a:p>
        </p:txBody>
      </p:sp>
    </p:spTree>
    <p:extLst>
      <p:ext uri="{BB962C8B-B14F-4D97-AF65-F5344CB8AC3E}">
        <p14:creationId xmlns:p14="http://schemas.microsoft.com/office/powerpoint/2010/main" val="358965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2FE5C3-266B-42D7-801F-CEEBCB4A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 coordinated AI team—not disconnected tools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21E6150-09B7-4183-B149-27E1D5B0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B34222-2094-40C3-BA88-2F000DBC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A5BD2-9C6C-46F1-9CB5-22CEBF26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FOUNDING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5179A-5749-4EEA-9209-90E8DD1F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219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F6FD6-987D-4E53-94B6-7C259B0C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667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Founder’s Charter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1331C-CB37-4898-B7CE-1C5735A2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5717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Vision
Values
Priorities
Approval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D5E72-5414-4A48-84E9-3EA0CB08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3219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B1108-A670-4060-9930-D451DE87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2667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Shared Kingdom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FD084-BFF8-4C44-9301-62D21D9F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2571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Relevant context
Organisational knowledge
Decision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37F4B-7CC0-46D7-A779-74C7F96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09750"/>
            <a:ext cx="3810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404D0-D1C9-4D7A-A858-29D42EB3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717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Specialised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49C7A-E2B0-490A-ADEB-C8171DCD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304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Clear roles
Defined tools
Least privilege
Escalation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BACB9-BA27-4B92-8AF1-D5461D8C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904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Start small. Add capacity as the business grows.</a:t>
            </a:r>
          </a:p>
        </p:txBody>
      </p:sp>
    </p:spTree>
    <p:extLst>
      <p:ext uri="{BB962C8B-B14F-4D97-AF65-F5344CB8AC3E}">
        <p14:creationId xmlns:p14="http://schemas.microsoft.com/office/powerpoint/2010/main" val="1427549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8CC02B-D835-4568-B1FA-828BF921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Five components turn agents into an organisation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EF32FD-EC49-4D34-8BDB-B49A023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131D1C-D220-4DBE-8BAA-70F777B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C7001-0EB6-4493-8696-C9130664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0574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7834C-E906-4018-8354-B1203CF7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E578D-F32D-40F3-869B-21A089E7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5716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Founder’s
Charter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392B2-0699-4B42-9632-FDB12EE2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D173E-BF60-4DC2-A787-0B494D51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62100"/>
            <a:ext cx="20574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C8935-9C52-4E53-8A64-76D9D7C1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0975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04208-AF31-4ADD-BCB1-73B25468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5716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Shared
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79C68-09E6-4E73-A10D-309EA46B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481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4D79B-033E-45DA-89E3-7953C1B6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20574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4DD87-A697-4458-B9AF-E464B152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0975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FFD20-A0EA-41A3-97C4-84C4220E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716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Agent
Template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82E36-9057-4FF5-AF30-55802F10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481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Modularity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BC4E8-4A19-4376-97F9-DACB33E9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62100"/>
            <a:ext cx="20574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98424-8307-4417-A099-2B1CDD45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0975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605E9-3953-4015-BE19-06AF8392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166687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Kingdom
Coordinator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6DA22-8EE5-4DC3-9466-96945832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481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Orchestration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34B3F-3207-479B-B6EA-065D8286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20574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D5BD0-BBA7-4B80-A11C-4A205D87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0975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DF3FC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17BEA-5698-4CB6-B10E-DA9F484D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6668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Governance
&amp; Guardrails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70AD2-5313-416D-82C8-83616821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481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F3FC"/>
                </a:solidFill>
                <a:latin typeface="Helvetica Neue"/>
                <a:ea typeface="Helvetica Neue"/>
                <a:cs typeface="Helvetica Neue"/>
              </a:defRPr>
            </a:pPr>
            <a:r>
              <a:t>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6F77F-ADD7-4194-B084-E658F34F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Shared vision + bounded autonomy + human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50508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05D710-CC75-47DE-85A0-4E5760D7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Each agent owns a role—and knows its limits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E773D11-65B4-47D1-823E-703F2C9E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A6A17A0-0EA2-41C0-8641-910EA389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DA280-02DB-48C4-8130-035F61CF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486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A4F23-7946-4C04-885E-F2627821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95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ORIN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4FEF7-CB3F-442F-8223-205228D3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2857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Community steward
&amp; coordinator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D9086-56EA-4EE5-B082-08982993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24000"/>
            <a:ext cx="3486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99D5A-00E7-4A2B-977A-48FE2489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1095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DC09F-F30F-456E-9346-8C27FBBA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2857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Website, blog
&amp; 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722D1-0C55-4DA6-9418-1E020440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24000"/>
            <a:ext cx="3486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0DDC9-766D-4A6C-AAB6-65BC5B95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1095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BARIK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5C3D2-BBB3-486C-8A9C-5C723C93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2857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Social content
&amp; remixing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E390C-94B1-477B-83A4-AA165A0C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3486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CAAC4-9441-44C6-87EB-90078178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95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DF3FC"/>
                </a:solidFill>
                <a:latin typeface="Helvetica Neue"/>
                <a:ea typeface="Helvetica Neue"/>
                <a:cs typeface="Helvetica Neue"/>
              </a:defRPr>
            </a:pPr>
            <a:r>
              <a:t>DURIK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80324-E1C1-4156-83AB-9F98A7DB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2857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Security, permissions
&amp; audit trail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154BD-33F3-4EB4-B959-2D020BB1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9000"/>
            <a:ext cx="3486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0744A-84D6-45CD-926B-EBB497AA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1095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BASTION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A3920-BE64-41C4-A634-7752EF82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57650"/>
            <a:ext cx="2857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Infrastructure
&amp; system health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0DAF2-F84C-4DFB-8634-35D390AE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29000"/>
            <a:ext cx="3486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3665C-8C8C-4931-B967-61680EDD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57600"/>
            <a:ext cx="1095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KELDOR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F0DC8-3717-4604-8C35-8DC13AE6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2857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Sales, success
&amp; member care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7ADB3-9864-4497-8F73-3D80F42B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Every role defines tools, permissions, boundaries and escalation.</a:t>
            </a:r>
          </a:p>
        </p:txBody>
      </p:sp>
    </p:spTree>
    <p:extLst>
      <p:ext uri="{BB962C8B-B14F-4D97-AF65-F5344CB8AC3E}">
        <p14:creationId xmlns:p14="http://schemas.microsoft.com/office/powerpoint/2010/main" val="268256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2A71B2-EBE6-4F5B-8E5D-3328376E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One community question becomes a governed content engine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2B18A3-68D6-4829-BD96-275C6A84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67C3D3-585C-48D7-87A4-B643F6C2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D8B57-50E0-47C9-A151-CB06EED9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MEMBER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F62E7-3F56-4E5D-ADE8-B9E9FD7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E978D-8708-425B-AB35-6319D115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333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E5A4A-19E5-42D6-B0AE-71C0E52D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52650"/>
            <a:ext cx="4953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C691F-537F-40F5-8FB9-DF5677E1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478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D2CC6-1093-48F2-BFC6-C532AAC6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14550"/>
            <a:ext cx="1333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Orin
identifies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BDCD2-9E5F-4AE4-8F29-B0C5FCAF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52650"/>
            <a:ext cx="4953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BF5BB-C336-455A-905C-2A52A20F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478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F74F3-D4C9-4A4A-BD52-7B91B172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14550"/>
            <a:ext cx="1333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Scribe
creates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BAE68-E06F-4CF9-8F7A-A6597F04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4953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DE191-5FB1-4535-BAC9-250CBD62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478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483E2-AFF0-4267-BAA9-59B46B2C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1333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Barik
remixes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34FE1-68EF-411D-A385-A7D65FDA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52650"/>
            <a:ext cx="4953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1D088-70A9-489C-9A29-0379833B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478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27BC8-4AEC-40AD-A470-8FB0A341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14550"/>
            <a:ext cx="95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Durik
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4DD32-092F-4CDC-A54C-1E56C43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10000"/>
            <a:ext cx="762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C3D26-F28E-4C1F-B802-B5CD74B4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33850"/>
            <a:ext cx="6972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Founder approves → output is published → decision is saved to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0A9CC-E643-42D1-A8FB-BCFA6A2F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Collaboration compounds one insight across channels without losing control.</a:t>
            </a:r>
          </a:p>
        </p:txBody>
      </p:sp>
    </p:spTree>
    <p:extLst>
      <p:ext uri="{BB962C8B-B14F-4D97-AF65-F5344CB8AC3E}">
        <p14:creationId xmlns:p14="http://schemas.microsoft.com/office/powerpoint/2010/main" val="1922237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495C6B-3158-4B1D-91A6-B8FBCBE5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Autonomy scales only when risk is explicit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76765A6-6EE5-4CCF-8B00-CAB06741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C939CBC-29A4-49E4-86CF-BA3355C3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BF5C1-F515-4BC0-8DA6-3D7DF123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3909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C6023-34AE-4BA4-9657-54021159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LOW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3A14C-A150-41CB-B563-90F1E262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Agents 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68B06-EE69-433D-A41C-EEDFBB75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381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Draft
Summarise
Organise
Suggest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56A53-CBF2-41F7-9F93-3F779522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00200"/>
            <a:ext cx="33909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9DA42-A0B1-409F-9BF1-B293CF96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669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MEDIUM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EBA55-A94C-4603-9AB6-B01B3401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2667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Prepare + approve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2816E-6D32-4402-BF91-48095708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25717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Publish
Message customers
Update pages
Contact leads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9F308-871F-4BC4-8DDF-A7413AB0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00200"/>
            <a:ext cx="37719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AE958-6539-4E63-B55B-3B7D509F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F3FC"/>
                </a:solidFill>
                <a:latin typeface="Helvetica Neue"/>
                <a:ea typeface="Helvetica Neue"/>
                <a:cs typeface="Helvetica Neue"/>
              </a:defRPr>
            </a:pPr>
            <a:r>
              <a:t>HIGH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94820-BAE3-4E50-ACAB-2C44941A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04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Explicit approval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181D5-B232-4BF4-8595-B33CE447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8575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Delete data
Change production
Spend money
Access credentials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AAE06-A45D-486D-AC83-D4CDE996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Least privilege keeps humans in control of consequential actions.</a:t>
            </a:r>
          </a:p>
        </p:txBody>
      </p:sp>
    </p:spTree>
    <p:extLst>
      <p:ext uri="{BB962C8B-B14F-4D97-AF65-F5344CB8AC3E}">
        <p14:creationId xmlns:p14="http://schemas.microsoft.com/office/powerpoint/2010/main" val="702890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7CB225-D481-4629-8F14-46F83286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The minimum viable kingdom proves coordination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263035F-36D7-4C66-B6F7-1974A487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127A0E-743C-4EB7-B481-835385E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DA922-FA6D-442D-A30C-9925E9B7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HACKATHON 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5CF35-15C5-405C-8B33-5042A1B4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342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4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71763-2A86-47A4-BE32-DF596FF0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438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Orin · Scribe · Barik · Durik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F463C-45F7-4762-9F01-BD86B28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38803-D6B7-4E9E-956A-D12B5F18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Required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5A553-E35D-4DE6-8EFB-C6B5385E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09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Charter · memory · router · approvals · activity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305DC-21A5-4A91-8D72-C846367E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466850"/>
            <a:ext cx="55435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0F9BF-53A2-4C6F-A1DF-B9A8E0E8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716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Demo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E507A-FBE3-4498-BC61-10E54A80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4857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“Create an educational campaign from our community’s most common questions.”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90143-6BCB-4AB6-9088-BFD5FD6C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4762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Proof: shared context, specialised execution, policy review and founder approval.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8AA30-076D-4CA6-8F65-F05E6511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Keep the first version small enough to finish—and useful enough to repeat.</a:t>
            </a:r>
          </a:p>
        </p:txBody>
      </p:sp>
    </p:spTree>
    <p:extLst>
      <p:ext uri="{BB962C8B-B14F-4D97-AF65-F5344CB8AC3E}">
        <p14:creationId xmlns:p14="http://schemas.microsoft.com/office/powerpoint/2010/main" val="16056942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760451-ED16-443F-986C-6756866E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The moat is the operating model, not the chatbot count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7D5E1ABE-21C0-4ADD-BC31-01F5FE00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92837A-1A9C-46D5-991D-29C800DA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03A3B-804D-4BCD-86FB-3AAF84D1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DISCONNECTED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00DA1-47C2-4556-A2FC-82549495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48577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0A7BE-467E-400B-AA75-3369AE15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095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Isolated context
Ad hoc prompts
Unclear permissions
Manual handoffs
Hard to extend safely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62830-75C8-4323-9246-CE39CBC9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KINGDOM OF 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0BEC5-46AB-437E-A37B-E1DEA350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47850"/>
            <a:ext cx="5391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0C835-A452-4859-8BB3-3F6D21E3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4572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Shared organisational vision
Standardised roles
Bounded permissions
Multi-agent workflows
Plug-and-play expansion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4AE40-0C2B-47EB-AD5B-556AB306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Agents behave like accountable members of one organisation.</a:t>
            </a:r>
          </a:p>
        </p:txBody>
      </p:sp>
    </p:spTree>
    <p:extLst>
      <p:ext uri="{BB962C8B-B14F-4D97-AF65-F5344CB8AC3E}">
        <p14:creationId xmlns:p14="http://schemas.microsoft.com/office/powerpoint/2010/main" val="7719786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4038B2-4402-4BC7-9FC2-2A9805A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THE LONG-TERM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B9FA0-952A-47EE-9F8A-B22E6667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9906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Install the operating team your community needs.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75869-1341-4640-83C8-CE3F590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5429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07924-FD94-4ACD-B9F4-332B1B06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4857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kingdom install community-steward
kingdom install content-scribe
kingdom install security-watcher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DB8EB-C476-41C1-B235-CD2B0856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4857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 marketplace of reusable agent roles—each with tools, workflows, permissions, memory and guardrails.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BE1E5-A577-486C-957F-FFF74016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066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a small kingdom. Grow into an AI-powered organisation.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1F2DE-C20A-4BB3-9A11-493A258A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7564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2026-07-12T02:49:27.4620000Z</dcterms:created>
  <dcterms:modified xsi:type="dcterms:W3CDTF">2026-07-12T02:49:27.4630000Z</dcterms:modified>
</coreProperties>
</file>